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mazon_API_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Amazon API Gateway</a:t>
            </a:r>
          </a:p>
        </p:txBody>
      </p:sp>
      <p:pic>
        <p:nvPicPr>
          <p:cNvPr id="4" name="Picture 3" descr="AWS_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9144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AWS Lambda</a:t>
            </a:r>
          </a:p>
        </p:txBody>
      </p:sp>
      <p:pic>
        <p:nvPicPr>
          <p:cNvPr id="6" name="Picture 5" descr="Lambda_fun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Lambda function</a:t>
            </a:r>
          </a:p>
        </p:txBody>
      </p:sp>
      <p:pic>
        <p:nvPicPr>
          <p:cNvPr id="8" name="Picture 7" descr="Amazon_Dynamo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0896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Amazon DynamoDB</a:t>
            </a:r>
          </a:p>
        </p:txBody>
      </p:sp>
      <p:pic>
        <p:nvPicPr>
          <p:cNvPr id="10" name="Picture 9" descr="Ite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1089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Items</a:t>
            </a:r>
          </a:p>
        </p:txBody>
      </p:sp>
      <p:pic>
        <p:nvPicPr>
          <p:cNvPr id="12" name="Picture 11" descr="Amazon_Simple_Storage_Service_Amazon_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10896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Amazon Simple Storage Service Amazon S3</a:t>
            </a:r>
          </a:p>
        </p:txBody>
      </p:sp>
      <p:pic>
        <p:nvPicPr>
          <p:cNvPr id="14" name="Picture 13" descr="Bucket_with_objec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30352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675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Bucket with objects</a:t>
            </a:r>
          </a:p>
        </p:txBody>
      </p:sp>
      <p:pic>
        <p:nvPicPr>
          <p:cNvPr id="16" name="Picture 15" descr="Obje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0" y="530352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3200" y="6675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Object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