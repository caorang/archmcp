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ication_Load_Balan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Application Load Balancer</a:t>
            </a:r>
          </a:p>
        </p:txBody>
      </p:sp>
      <p:pic>
        <p:nvPicPr>
          <p:cNvPr id="4" name="Picture 3" descr="Elastic_Load_Balan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9144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Elastic Load Balancing</a:t>
            </a:r>
          </a:p>
        </p:txBody>
      </p:sp>
      <p:pic>
        <p:nvPicPr>
          <p:cNvPr id="6" name="Picture 5" descr="Amazon_EC2_Auto_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Amazon EC2 Auto Scaling</a:t>
            </a:r>
          </a:p>
        </p:txBody>
      </p:sp>
      <p:pic>
        <p:nvPicPr>
          <p:cNvPr id="8" name="Picture 7" descr="Group_AutoScaling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0896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Group AutoScalingGroup</a:t>
            </a:r>
          </a:p>
        </p:txBody>
      </p:sp>
      <p:pic>
        <p:nvPicPr>
          <p:cNvPr id="10" name="Picture 9" descr="Amazon_Elastic_Compute_Cloud_Amazon_E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1089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Amazon Elastic Compute Cloud Amazon EC2</a:t>
            </a:r>
          </a:p>
        </p:txBody>
      </p:sp>
      <p:pic>
        <p:nvPicPr>
          <p:cNvPr id="12" name="Picture 11" descr="Instan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10896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Instance</a:t>
            </a:r>
          </a:p>
        </p:txBody>
      </p:sp>
      <p:pic>
        <p:nvPicPr>
          <p:cNvPr id="14" name="Picture 13" descr="Amazon_Relational_Database_Service_Amazon_RD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30352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675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Amazon Relational Database Service Amazon RDS</a:t>
            </a:r>
          </a:p>
        </p:txBody>
      </p:sp>
      <p:pic>
        <p:nvPicPr>
          <p:cNvPr id="16" name="Picture 15" descr="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0" y="530352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3200" y="6675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Database</a:t>
            </a:r>
          </a:p>
        </p:txBody>
      </p:sp>
      <p:pic>
        <p:nvPicPr>
          <p:cNvPr id="18" name="Picture 17" descr="Amazon_ElastiCach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303520"/>
            <a:ext cx="137160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0" y="6675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Amazon ElastiCache</a:t>
            </a:r>
          </a:p>
        </p:txBody>
      </p:sp>
      <p:pic>
        <p:nvPicPr>
          <p:cNvPr id="20" name="Picture 19" descr="ElastiCache_for_Redi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7498080"/>
            <a:ext cx="1371600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8869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ElastiCache for Redis</a:t>
            </a:r>
          </a:p>
        </p:txBody>
      </p:sp>
      <p:pic>
        <p:nvPicPr>
          <p:cNvPr id="22" name="Picture 21" descr="Cache_no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0" y="7498080"/>
            <a:ext cx="137160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43200" y="8869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/>
            </a:pPr>
            <a:r>
              <a:t>Cache node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